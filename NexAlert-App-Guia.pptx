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237744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73152" cy="20116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3478F6"/>
                </a:solidFill>
              </a:rPr>
              <a:t>NEXALERT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FFFFFF"/>
                </a:solidFill>
              </a:rPr>
              <a:t>Aplicacion Movil para Tecnicos y Gerentes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7A9DFF"/>
                </a:solidFill>
              </a:rPr>
              <a:t>Guia de Uso y Funcionalidades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A94B0"/>
                </a:solidFill>
              </a:rPr>
              <a:t>Android  |  Capacitor  |  Node.js  |  Google Cloud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Version 2.0  |  Julio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Temas cubiertos en esta guia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01  Que es NexAlert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02  Login y Registro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64792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6654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03  Pantalla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12264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04  Crear Nuevo Reporte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59736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614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05  Detalle del Reporte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07208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06  Estados del Reporte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5643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07  Fotos y Evidencia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02152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08  Comentarios y Notas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9624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09  Ubicacion GPS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417320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7190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10  Monitoreo (Gerente)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764792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06654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11  Estadisticas y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112264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2414016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12  Reportes Archivados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2459736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7614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13  Notificaciones Push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2807208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31089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14  Modo Offline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154680"/>
            <a:ext cx="137160" cy="1371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345643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E4EF"/>
                </a:solidFill>
              </a:rPr>
              <a:t>15  Arquitectura Tecnica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502152"/>
            <a:ext cx="137160" cy="1371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3602736"/>
            <a:ext cx="1627632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1783080"/>
            <a:ext cx="144475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3478F6"/>
                </a:solidFill>
              </a:rPr>
              <a:t>NEXALERT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210312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213055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01  Que es NexAlert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260604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8512" y="263347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02  Login y Registro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310896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313639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03  Pantalla Principal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61188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363931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04  Crear Nuevo Reporte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411480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68512" y="414223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05  Detalle del Reporte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4617720"/>
            <a:ext cx="1408176" cy="4114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2" y="4645152"/>
            <a:ext cx="12618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06  Estados del Reporte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Que es NexAlert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Sistema integral de gestion de reportes de servicio tecnico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100584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Sincronizacion
en tiempo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37160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1371600"/>
            <a:ext cx="54864" cy="100584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5544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Asignacion con
push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54864" cy="100584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Evidencia
fotografica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Rastreo
GPS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4864" cy="10058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432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Modo
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256032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560320"/>
            <a:ext cx="54864" cy="100584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27432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Actualizacion
automatica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56032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560320"/>
            <a:ext cx="54864" cy="100584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7432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Firma del
cliente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60320"/>
            <a:ext cx="178308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60320"/>
            <a:ext cx="54864" cy="100584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7432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Dashboard de
estadisticas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6858000" cy="22860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478F6"/>
                </a:solidFill>
              </a:rPr>
              <a:t>Arquitectura del Sistema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34840"/>
            <a:ext cx="2011680" cy="1554480"/>
          </a:xfrm>
          <a:prstGeom prst="roundRect">
            <a:avLst/>
          </a:prstGeom>
          <a:solidFill>
            <a:srgbClr val="182240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478F6"/>
                </a:solidFill>
              </a:rPr>
              <a:t>App Android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0060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E0E4EF"/>
                </a:solidFill>
              </a:rPr>
              <a:t>Capacitor + HTML/CSS/JS
IndexedDB local storage
Push notifications FCM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434840"/>
            <a:ext cx="2011680" cy="1554480"/>
          </a:xfrm>
          <a:prstGeom prst="roundRect">
            <a:avLst/>
          </a:prstGeom>
          <a:solidFill>
            <a:srgbClr val="182240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5262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478F6"/>
                </a:solidFill>
              </a:rPr>
              <a:t>Servidor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80060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E0E4EF"/>
                </a:solidFill>
              </a:rPr>
              <a:t>GCP Cloud Run
Node.js + Express
SQLite + JWT Auth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434840"/>
            <a:ext cx="2011680" cy="1554480"/>
          </a:xfrm>
          <a:prstGeom prst="roundRect">
            <a:avLst/>
          </a:prstGeom>
          <a:solidFill>
            <a:srgbClr val="182240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45262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478F6"/>
                </a:solidFill>
              </a:rPr>
              <a:t>Desktop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0060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E0E4EF"/>
                </a:solidFill>
              </a:rPr>
              <a:t>Electron wrapper
Gestion de usuarios
Reportes completos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1783080"/>
            <a:ext cx="2048256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3478F6"/>
                </a:solidFill>
              </a:rPr>
              <a:t>NEXALERT v2.0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072" y="2103120"/>
            <a:ext cx="204825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Sistema de Gestion
de Reportes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68512" y="2926080"/>
            <a:ext cx="1865376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952" y="30175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3478F6"/>
                </a:solidFill>
              </a:rPr>
              <a:t>Tecnicos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3566160"/>
            <a:ext cx="1865376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9952" y="365760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2FD07F"/>
                </a:solidFill>
              </a:rPr>
              <a:t>Gerentes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68512" y="4206240"/>
            <a:ext cx="1865376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9952" y="429768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B454"/>
                </a:solidFill>
              </a:rPr>
              <a:t>Clientes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Login y Registro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Acceso seguro con autenticacion JWT y biometria opcional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6400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81328"/>
            <a:ext cx="411480" cy="41148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36192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E0E4EF"/>
                </a:solidFill>
              </a:rPr>
              <a:t>Abrir la aplicacion NexAlert en el dispositivo 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6858000" cy="6400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258568"/>
            <a:ext cx="411480" cy="41148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13432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E0E4EF"/>
                </a:solidFill>
              </a:rPr>
              <a:t>Ingresar credenciales: usuario y contrasena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6858000" cy="6400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3035808"/>
            <a:ext cx="411480" cy="41148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90672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E0E4EF"/>
                </a:solidFill>
              </a:rPr>
              <a:t>Autenticacion biometrica (opcional, si esta habilitada)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6858000" cy="64008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813048"/>
            <a:ext cx="411480" cy="41148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13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67912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E0E4EF"/>
                </a:solidFill>
              </a:rPr>
              <a:t>Sesion activa: token JWT almacenado en SharedPreferences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194767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478F6"/>
                </a:solidFill>
              </a:rPr>
              <a:t>NEXALERT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17627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Iniciar Sesion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8512" y="2542032"/>
            <a:ext cx="1865376" cy="36576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587752"/>
            <a:ext cx="1645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Usuario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2724912"/>
            <a:ext cx="1645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FFFFFF"/>
                </a:solidFill>
              </a:rPr>
              <a:t>tecnico01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8512" y="3044952"/>
            <a:ext cx="1865376" cy="36576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9952" y="3090672"/>
            <a:ext cx="1645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Contrasena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3227832"/>
            <a:ext cx="1645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FFFFFF"/>
                </a:solidFill>
              </a:rPr>
              <a:t>********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8512" y="3593592"/>
            <a:ext cx="1865376" cy="32004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3611880"/>
            <a:ext cx="18653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Entrar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8512" y="4050792"/>
            <a:ext cx="1865376" cy="32004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7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4069080"/>
            <a:ext cx="18653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7A9DFF"/>
                </a:solidFill>
              </a:rPr>
              <a:t>Entrar con biometria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63440"/>
            <a:ext cx="6858000" cy="1645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54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478F6"/>
                </a:solidFill>
              </a:rPr>
              <a:t>Seguridad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2920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-  Token JWT con expiracion configurable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285232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-  Contrasenas hasheadas con bcrypt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41264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-  Biometria via Android BiometricPrompt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97296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-  Sesion persistente en SharedPreferences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Pantalla Principal - Mis Reportes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Vista central del tecnico con todos sus reportes asignados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Barra de busqueda por cliente o descripcion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Filtros por estado: Abierto, En Proceso, Resuelto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Filtros por prioridad: Urgente, Alta, Normal, Baja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Rango de fechas para filtrar por periodo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Pull-to-refresh para sincronizar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Tarjetas de reporte con info resumida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Badge de estado con colores diferenciados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060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Tap para ver detalle completo del reporte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Mis Reportes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176272"/>
            <a:ext cx="2011680" cy="25603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220370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Buscar reportes...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542032"/>
            <a:ext cx="201168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2542032"/>
            <a:ext cx="45720" cy="8229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58775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Empresa 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94392" y="2569464"/>
            <a:ext cx="548640" cy="164592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569464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En 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279806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Servidor Dell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95351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No enciende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94392" y="3136392"/>
            <a:ext cx="502920" cy="137160"/>
          </a:xfrm>
          <a:prstGeom prst="roundRect">
            <a:avLst/>
          </a:prstGeom>
          <a:solidFill>
            <a:srgbClr val="FF8C4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3127248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502152"/>
            <a:ext cx="201168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3502152"/>
            <a:ext cx="45720" cy="8229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354787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TechCorp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94392" y="3529584"/>
            <a:ext cx="548640" cy="164592"/>
          </a:xfrm>
          <a:prstGeom prst="roundRect">
            <a:avLst/>
          </a:prstGeom>
          <a:solidFill>
            <a:srgbClr val="FF5C6C"/>
          </a:solidFill>
          <a:ln w="1270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3529584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Abierto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375818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Impresora HP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391363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Error paper jam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94392" y="4096512"/>
            <a:ext cx="502920" cy="137160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2" y="4087368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462272"/>
            <a:ext cx="201168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4462272"/>
            <a:ext cx="45720" cy="8229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4232" y="45079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DataSoft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94392" y="4489704"/>
            <a:ext cx="548640" cy="164592"/>
          </a:xfrm>
          <a:prstGeom prst="roundRect">
            <a:avLst/>
          </a:prstGeom>
          <a:solidFill>
            <a:srgbClr val="2FD07F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4489704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Resuelto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471830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A94B0"/>
                </a:solidFill>
              </a:rPr>
              <a:t>Switch Cisco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487375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Reiniciar config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94392" y="5056632"/>
            <a:ext cx="502920" cy="137160"/>
          </a:xfrm>
          <a:prstGeom prst="roundRect">
            <a:avLst/>
          </a:prstGeom>
          <a:solidFill>
            <a:srgbClr val="8A94B0"/>
          </a:solidFill>
          <a:ln w="12700">
            <a:solidFill>
              <a:srgbClr val="8A9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94392" y="5047488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Crear un Nuevo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Formulario de captura con validaciones y asignacion automatica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5C6C"/>
                </a:solidFill>
              </a:rPr>
              <a:t>requerido*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Nombre o razon social del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68580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opcional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Descripcion del equipo o maquinaria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68580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8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5C6C"/>
                </a:solidFill>
              </a:rPr>
              <a:t>requerido*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Detalle del problema reportado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39"/>
            <a:ext cx="68580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59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Prioridad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37559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seleccion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1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Urgente / Alta / Normal / Baja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68580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Asignar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7764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solo gerente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2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B0"/>
                </a:solidFill>
              </a:rPr>
              <a:t>Seleccionar tecnico responsable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685800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FD07F"/>
                </a:solidFill>
              </a:rPr>
              <a:t>Despues de guardar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Confirmacion con ID unico del reporte generado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Opcion de compartir por WhatsApp con mensaje predefinido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Notificacion push al tecnico asignado (si aplica)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Nuevo Reporte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2221992"/>
            <a:ext cx="2011680" cy="43891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224942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Cliente 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240487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Empresa XYZ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2770632"/>
            <a:ext cx="2011680" cy="43891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8512" y="279806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Equipo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3319272"/>
            <a:ext cx="2011680" cy="43891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334670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Descripcion 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350215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No funciona...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3867911"/>
            <a:ext cx="2011680" cy="43891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2" y="3895343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Prioridad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4050791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4416552"/>
            <a:ext cx="2011680" cy="438912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444398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Asignar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459943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Tecnico 01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4965192"/>
            <a:ext cx="2011680" cy="27432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497433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Guardar Reporte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Detalle del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Vista completa con informacion, evidencia y acciones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3657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377440" cy="54864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478F6"/>
                </a:solidFill>
              </a:rPr>
              <a:t>Informacion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Cliente: Empresa 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21991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Equipo: Servidor Dell R740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9463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Descripcion: No enciende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16935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Estado: En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7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Fecha: 15/07/2025 10:30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7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Tecnico: Juan Perez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371600"/>
            <a:ext cx="2377440" cy="3657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371600"/>
            <a:ext cx="2377440" cy="54864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50876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FD07F"/>
                </a:solidFill>
              </a:rPr>
              <a:t>Evidencia Fotografica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187451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Grid de fotos (3 columnas)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221991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Camara: captura directa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569463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Galeria: seleccion existente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916935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Fullscreen: zoom y detalle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64407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Subida automatica al 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61187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Cola offline si sin internet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371600"/>
            <a:ext cx="2377440" cy="3657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1371600"/>
            <a:ext cx="2377440" cy="5486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150876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Acciones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87451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Cambiar estado del reporte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221991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Agregar notas/comentarios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569463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Registrar ubicacion GPS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916935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Firma del 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264407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Reasignar tecnico (Gerente)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61187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Compartir por WhatsApp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657600" cy="3657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50876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8C42"/>
                </a:solidFill>
              </a:rPr>
              <a:t>Funciones Gerente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9202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Reasignar a otro tecnico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402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Eliminar reporte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603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Cambios de estado sin restricciones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880359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Ver todos los reportes del sistema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2004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Compartir por WhatsApp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5204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Acceso a estadisticas globales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Estados del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Flujo de estados con reglas de transicion para tecnico y gerente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5943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5C6C"/>
                </a:solidFill>
              </a:rPr>
              <a:t>Abierto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Reporte recien creado, sin atender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029200" cy="5943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73152" cy="5943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478F6"/>
                </a:solidFill>
              </a:rPr>
              <a:t>En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Tecnico trabajando en la solucion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5029200" cy="5943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73152" cy="5943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B454"/>
                </a:solidFill>
              </a:rPr>
              <a:t>Espera Repuesto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Esperando piezas o componentes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5029200" cy="5943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73152" cy="5943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B454"/>
                </a:solidFill>
              </a:rPr>
              <a:t>Espera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Accion requerida del cliente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5029200" cy="5943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FD07F"/>
                </a:solidFill>
              </a:rPr>
              <a:t>Resuelto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9028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Problema solucionado y verificado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371600"/>
            <a:ext cx="5943600" cy="4389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46304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478F6"/>
                </a:solidFill>
              </a:rPr>
              <a:t>Reglas de Transicion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74520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El tecnico NO puede marcar directamente como 'Resuelto' sin completar pasos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404872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59152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Solo el gerente puede revertir un reporte de 'Resuelto' a cualquier estado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35224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89504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Estados 'Espera' requieren descripcion del motivo en campo de notas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465575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19855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Transicion a 'Resuelto' requiere: notas de solucion + evidencia fotografica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95928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El gerente puede cambiar a CUALQUIER estado sin restricciones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26280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Cada cambio de estado genera un registro en el historial con timestamp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056631"/>
            <a:ext cx="54864" cy="18288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010911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El reporte se archiva automaticamente 24h despues de marcarse como Resuelto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Fotos y Evidencia Fotografica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Proceso de captura, procesamiento y almacenamiento de imagenes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280160" cy="14630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63040"/>
            <a:ext cx="457200" cy="45720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Abrir camara
o galeria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3478F6"/>
                </a:solidFill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371600"/>
            <a:ext cx="1280160" cy="14630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31720" y="1463040"/>
            <a:ext cx="457200" cy="45720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116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Capturar o
seleccionar foto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64592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3478F6"/>
                </a:solidFill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371600"/>
            <a:ext cx="1280160" cy="14630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94760" y="1463040"/>
            <a:ext cx="457200" cy="45720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Auto-procesar
1280px, JPEG 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4592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3478F6"/>
                </a:solidFill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371600"/>
            <a:ext cx="1280160" cy="14630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57800" y="1463040"/>
            <a:ext cx="457200" cy="45720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0116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Subir al servidor
(base64)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4592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3478F6"/>
                </a:solidFill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371600"/>
            <a:ext cx="1280160" cy="14630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1463040"/>
            <a:ext cx="457200" cy="45720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Ver en grid
de 3 columnas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6858000" cy="25603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478F6"/>
                </a:solidFill>
              </a:rPr>
              <a:t>Detalles Tecnicos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Formato: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JPEG (siempre)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Tamanio maximo: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862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1280 x 1280 pixeles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Calidad de compresion: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2062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72%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2627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Peso maximo por foto: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52627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8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Offline: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8463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Cola local con 5 reintentos automaticos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66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A9DFF"/>
                </a:solidFill>
              </a:rPr>
              <a:t>Servidor: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1663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Almacenamiento en Google Cloud 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108960"/>
            <a:ext cx="4114800" cy="25603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108960"/>
            <a:ext cx="4114800" cy="5486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32461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Evidencia en Estado Espera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61188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Cuando el reporte esta en 'Espera Repuesto' o 'Espera Cliente'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959352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El tecnico puede agregar fotos como evidencia del estado 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306824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Las fotos se etiquetan con el estado del momento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654296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Sirven como documentacion del proceso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5001768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Se mantienen visibles al resolver el reporte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Comentarios y Notas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Historial completo de comunicacion en cada reporte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22860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478F6"/>
                </a:solidFill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Agregar comentarios con texto libre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Autor automatico segun usuario logueado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Timestamp automatico (fecha y hora exacta)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39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Historial completo ordenado cronologicamente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Notas de solucion: campo especial para resolucion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Comentarios visibles para tecnico y gerente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8999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No se pueden editar ni eliminar (integridad)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Comentarios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221992"/>
            <a:ext cx="201168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2221992"/>
            <a:ext cx="45720" cy="96012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26771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Juan Perez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2267712"/>
            <a:ext cx="6400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500" b="0">
                <a:solidFill>
                  <a:srgbClr val="8A94B0"/>
                </a:solidFill>
              </a:rPr>
              <a:t>15/07 10:30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496312"/>
            <a:ext cx="1783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E0E4EF"/>
                </a:solidFill>
              </a:rPr>
              <a:t>Reporte creado. El cliente reporta que el servidor no enciende.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3319272"/>
            <a:ext cx="201168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3319272"/>
            <a:ext cx="45720" cy="9601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3649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Carlos Lopez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364992"/>
            <a:ext cx="6400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500" b="0">
                <a:solidFill>
                  <a:srgbClr val="8A94B0"/>
                </a:solidFill>
              </a:rPr>
              <a:t>15/07 14:15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593592"/>
            <a:ext cx="1783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E0E4EF"/>
                </a:solidFill>
              </a:rPr>
              <a:t>Revisado. Se detecto fuente de poder danada. Solicitando repuesto.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416552"/>
            <a:ext cx="201168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4416552"/>
            <a:ext cx="45720" cy="9601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446227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Juan Perez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4462272"/>
            <a:ext cx="6400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500" b="0">
                <a:solidFill>
                  <a:srgbClr val="8A94B0"/>
                </a:solidFill>
              </a:rPr>
              <a:t>16/07 09:00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4690872"/>
            <a:ext cx="1783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E0E4EF"/>
                </a:solidFill>
              </a:rPr>
              <a:t>Repuesto instalado. Servidor funcionando correctamente.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Ubicacion GPS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Registro y visualizacion de ubicacion en tiempo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8872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0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Registrar
ubicacion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371600"/>
            <a:ext cx="118872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60" y="14630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100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Permiso GPS
requerido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371600"/>
            <a:ext cx="118872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4630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100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Capturar
coordenadas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371600"/>
            <a:ext cx="118872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965960"/>
            <a:ext cx="100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Enviar al
servidor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371600"/>
            <a:ext cx="1188720" cy="13716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965960"/>
            <a:ext cx="100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E4EF"/>
                </a:solidFill>
              </a:rPr>
              <a:t>Ver en
Google Maps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17520"/>
            <a:ext cx="3657600" cy="22860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0896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478F6"/>
                </a:solidFill>
              </a:rPr>
              <a:t>Permisos Requeridos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747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ACCESS_FINE_LOCATION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490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ACCESS_COARSE_LOCATION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Manifest declaration en Android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79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Runtime permission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Manejo de denegacion graceful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017520"/>
            <a:ext cx="3657600" cy="22860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10896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FD07F"/>
                </a:solidFill>
              </a:rPr>
              <a:t>Almacenamiento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4747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Latitud y longitud en 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7490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Precision en metros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02336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Timestamp de captura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97679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URL de Google Maps generada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572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  &gt;  Historial de ubicaciones por reporte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Ubicacion GPS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2221992"/>
            <a:ext cx="2011680" cy="201168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299923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7A9DFF"/>
                </a:solidFill>
              </a:rPr>
              <a:t>Google Maps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2735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Vista de mapa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370832"/>
            <a:ext cx="2011680" cy="7315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2" y="446227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8C42"/>
                </a:solidFill>
              </a:rPr>
              <a:t>Coordenadas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8512" y="464515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Lat: 19.432608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8512" y="482803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Lng: -99.133209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Monitoreo - Panel del Gerente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Vista general del sistema con metricas y filtros por tecnico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3478F6"/>
                </a:solidFill>
              </a:rPr>
              <a:t>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54864" cy="82296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Abiertos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5C6C"/>
                </a:solidFill>
              </a:rPr>
              <a:t>38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37160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54864" cy="822960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4630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En Proceso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7A9DFF"/>
                </a:solidFill>
              </a:rPr>
              <a:t>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54864" cy="82296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Resueltos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2FD07F"/>
                </a:solidFill>
              </a:rPr>
              <a:t>142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37744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2377440"/>
            <a:ext cx="54864" cy="8229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24688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En Espera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697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B454"/>
                </a:solidFill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2377440"/>
            <a:ext cx="2194560" cy="82296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2377440"/>
            <a:ext cx="54864" cy="8229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4688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B0"/>
                </a:solidFill>
              </a:rPr>
              <a:t>Sin Asignar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697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8C42"/>
                </a:solidFill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371600"/>
            <a:ext cx="4114800" cy="22860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1463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478F6"/>
                </a:solidFill>
              </a:rPr>
              <a:t>Filtro por Tecnico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828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Juan Perez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18288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B0"/>
                </a:solidFill>
              </a:rPr>
              <a:t>45 reportes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1488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Carlos Lopez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1488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B0"/>
                </a:solidFill>
              </a:rPr>
              <a:t>38 reportes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688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Maria Garcia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4688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B0"/>
                </a:solidFill>
              </a:rPr>
              <a:t>52 reportes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78891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Pedro Ruiz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788919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B0"/>
                </a:solidFill>
              </a:rPr>
              <a:t>29 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1089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Ana Torres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1089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B0"/>
                </a:solidFill>
              </a:rPr>
              <a:t>33 reportes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Monitoreo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2176272"/>
            <a:ext cx="4572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220370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3478F6"/>
                </a:solidFill>
              </a:rPr>
              <a:t>247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404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8A94B0"/>
                </a:solidFill>
              </a:rPr>
              <a:t>Total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2176272"/>
            <a:ext cx="4572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220370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5C6C"/>
                </a:solidFill>
              </a:rPr>
              <a:t>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404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8A94B0"/>
                </a:solidFill>
              </a:rPr>
              <a:t>Abiertos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2176272"/>
            <a:ext cx="4572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7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220370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7A9DFF"/>
                </a:solidFill>
              </a:rPr>
              <a:t>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404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8A94B0"/>
                </a:solidFill>
              </a:rPr>
              <a:t>Proceso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4120" y="2176272"/>
            <a:ext cx="45720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4120" y="220370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2FD07F"/>
                </a:solidFill>
              </a:rPr>
              <a:t>142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2404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8A94B0"/>
                </a:solidFill>
              </a:rPr>
              <a:t>Resueltos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95360" y="2816352"/>
            <a:ext cx="201168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668512" y="2907792"/>
            <a:ext cx="320040" cy="32004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68512" y="290779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34272" y="290779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Juan Perez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4272" y="309067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45 reportes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3410712"/>
            <a:ext cx="201168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68512" y="3502152"/>
            <a:ext cx="320040" cy="32004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68512" y="350215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4272" y="350215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Carlos Lopez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368503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38 reportes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95360" y="4005072"/>
            <a:ext cx="201168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68512" y="4096512"/>
            <a:ext cx="320040" cy="32004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68512" y="409651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2" y="409651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Maria Garcia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4272" y="427939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52 reportes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95360" y="4599432"/>
            <a:ext cx="2011680" cy="5029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668512" y="4690872"/>
            <a:ext cx="320040" cy="320040"/>
          </a:xfrm>
          <a:prstGeom prst="ellipse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68512" y="469087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4272" y="469087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Pedro Ruiz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4272" y="4873752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29 reportes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Estadisticas 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Metricas clave de rendimiento y analisis de reportes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377440" cy="54864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Total Reportes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478F6"/>
                </a:solidFill>
              </a:rP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Todos los tiempos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7160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371600"/>
            <a:ext cx="2377440" cy="54864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087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Abiertos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3736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5C6C"/>
                </a:solidFill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14884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Requieren atencion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37160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1371600"/>
            <a:ext cx="2377440" cy="54864"/>
          </a:xfrm>
          <a:prstGeom prst="rect">
            <a:avLst/>
          </a:prstGeom>
          <a:solidFill>
            <a:srgbClr val="7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5087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En Proceso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73736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7A9DFF"/>
                </a:solidFill>
              </a:rPr>
              <a:t>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Siendo trabajados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6032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2377440" cy="54864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9748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Resueltos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FD07F"/>
                </a:solidFill>
              </a:rPr>
              <a:t>142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375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Completados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256032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2560320"/>
            <a:ext cx="2377440" cy="5486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69748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En Espera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29260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B454"/>
                </a:solidFill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3375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Repuesto/Cliente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560320"/>
            <a:ext cx="2377440" cy="10058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2560320"/>
            <a:ext cx="23774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269748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B0"/>
                </a:solidFill>
              </a:rPr>
              <a:t>Prom. Resolucion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29260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8C42"/>
                </a:solidFill>
              </a:rPr>
              <a:t>2.3d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33756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A94B0"/>
                </a:solidFill>
              </a:rPr>
              <a:t>Dias promedio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40480"/>
            <a:ext cx="6858000" cy="25603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478F6"/>
                </a:solidFill>
              </a:rPr>
              <a:t>Distribucion por Prioridad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Urgente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4434840"/>
            <a:ext cx="521594" cy="228600"/>
          </a:xfrm>
          <a:prstGeom prst="roundRect">
            <a:avLst/>
          </a:prstGeom>
          <a:solidFill>
            <a:srgbClr val="FF5C6C"/>
          </a:solidFill>
          <a:ln w="1270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4714" y="43891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5C6C"/>
                </a:solidFill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8463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Alta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4892040"/>
            <a:ext cx="1303985" cy="228600"/>
          </a:xfrm>
          <a:prstGeom prst="roundRect">
            <a:avLst/>
          </a:prstGeom>
          <a:solidFill>
            <a:srgbClr val="FF8C4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105" y="48463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8C42"/>
                </a:solidFill>
              </a:rPr>
              <a:t>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03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Normal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5349240"/>
            <a:ext cx="4114800" cy="228600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303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B454"/>
                </a:solidFill>
              </a:rPr>
              <a:t>142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760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Baja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11680" y="5806440"/>
            <a:ext cx="1217053" cy="228600"/>
          </a:xfrm>
          <a:prstGeom prst="roundRect">
            <a:avLst/>
          </a:prstGeom>
          <a:solidFill>
            <a:srgbClr val="8A94B0"/>
          </a:solidFill>
          <a:ln w="12700">
            <a:solidFill>
              <a:srgbClr val="8A9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20173" y="5760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8A94B0"/>
                </a:solidFill>
              </a:rPr>
              <a:t>42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3840480"/>
            <a:ext cx="4114800" cy="25603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39319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478F6"/>
                </a:solidFill>
              </a:rPr>
              <a:t>Ultimos 7 Dias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320146"/>
            <a:ext cx="365760" cy="897774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Lun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137266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12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4871259"/>
            <a:ext cx="365760" cy="1346661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Mar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688379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18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5095702"/>
            <a:ext cx="365760" cy="1122218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Mie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912822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15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55480" y="4572000"/>
            <a:ext cx="365760" cy="164592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Jue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389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22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0" y="4796444"/>
            <a:ext cx="365760" cy="1421476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Vie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461356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19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61320" y="5619404"/>
            <a:ext cx="365760" cy="598516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60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Sab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436524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064240" y="5993477"/>
            <a:ext cx="365760" cy="224443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18520" y="62636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Dom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18520" y="5810597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7A9DFF"/>
                </a:solidFill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Reportes Archivados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Almacenamiento automatico de reportes resueltos despues de 24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Archivo automatico 24h despues de marcarse como Resuelto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Separados de reportes activos en pestaña dedicada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Mismo motor de busqueda y filtros que reportes activos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Acceso completo a historial, fotos y comentarios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El gerente puede restaurar reportes archivados si es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Estadisticas incluyen reportes archivados en metricas globales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0E4EF"/>
                </a:solidFill>
              </a:rPr>
              <a:t>  &gt;  Exportacion de reportes archivados (futuro)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Archivados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176272"/>
            <a:ext cx="960120" cy="2286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76272"/>
            <a:ext cx="960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8A94B0"/>
                </a:solidFill>
              </a:rPr>
              <a:t>Activos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2176272"/>
            <a:ext cx="960120" cy="22860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2176272"/>
            <a:ext cx="960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Archivados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58775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2587752"/>
            <a:ext cx="45720" cy="685800"/>
          </a:xfrm>
          <a:prstGeom prst="rect">
            <a:avLst/>
          </a:prstGeom>
          <a:solidFill>
            <a:srgbClr val="8A9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263347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Empresa ABC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281635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Resuelto - 14/07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299923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Servidor Dell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0112" y="3044952"/>
            <a:ext cx="502920" cy="137160"/>
          </a:xfrm>
          <a:prstGeom prst="roundRect">
            <a:avLst/>
          </a:prstGeom>
          <a:solidFill>
            <a:srgbClr val="2FD07F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3044952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FFFFFF"/>
                </a:solidFill>
              </a:rPr>
              <a:t>Resuelto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341071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3410712"/>
            <a:ext cx="45720" cy="685800"/>
          </a:xfrm>
          <a:prstGeom prst="rect">
            <a:avLst/>
          </a:prstGeom>
          <a:solidFill>
            <a:srgbClr val="8A9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5643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TechCorp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363931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Resuelto - 13/07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38221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Impresora HP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40112" y="3867912"/>
            <a:ext cx="502920" cy="137160"/>
          </a:xfrm>
          <a:prstGeom prst="roundRect">
            <a:avLst/>
          </a:prstGeom>
          <a:solidFill>
            <a:srgbClr val="2FD07F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3867912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FFFFFF"/>
                </a:solidFill>
              </a:rPr>
              <a:t>Resuelto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423367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4233672"/>
            <a:ext cx="45720" cy="685800"/>
          </a:xfrm>
          <a:prstGeom prst="rect">
            <a:avLst/>
          </a:prstGeom>
          <a:solidFill>
            <a:srgbClr val="8A9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4232" y="42793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DataSoft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446227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Resuelto - 12/07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464515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Switch Cisco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0112" y="4690872"/>
            <a:ext cx="502920" cy="137160"/>
          </a:xfrm>
          <a:prstGeom prst="roundRect">
            <a:avLst/>
          </a:prstGeom>
          <a:solidFill>
            <a:srgbClr val="2FD07F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0112" y="4690872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FFFFFF"/>
                </a:solidFill>
              </a:rPr>
              <a:t>Resuelto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Notificaciones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Sistema de notificaciones en tiempo real via Firebase Cloud Messaging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478F6"/>
                </a:solidFill>
              </a:rPr>
              <a:t>Reporte Asignado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Se envia al tecnico cuando el gerente le asigna un nuevo reporte. Incluye nombre del cliente y prioridad.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685800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FD07F"/>
                </a:solidFill>
              </a:rPr>
              <a:t>Nuevo Reporte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Alerta al gerente cuando un tecnico crea un reporte nuevo en el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685800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73152" cy="9601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B454"/>
                </a:solidFill>
              </a:rPr>
              <a:t>Cambio de 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Notificacion a gerente cuando el tecnico cambia el estado de un reporte.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00600"/>
            <a:ext cx="6858000" cy="96012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73152" cy="9601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8C42"/>
                </a:solidFill>
              </a:rPr>
              <a:t>Actualizacion de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Aviso de nueva version disponible con enlace directo para descargar el APK.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478F6"/>
                </a:solidFill>
              </a:rPr>
              <a:t>Al tocar la notificacion: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058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Reporte Asignado / Nuevo Reporte / Cambio de Estado  -&gt;  Abre detalle del reporte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058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E4EF"/>
                </a:solidFill>
              </a:rPr>
              <a:t>  &gt;  Actualizacion de App  -&gt;  Descarga e instala nuevo APK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19019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Notificaciones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226771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2267712"/>
            <a:ext cx="45720" cy="68580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231343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3478F6"/>
                </a:solidFill>
              </a:rPr>
              <a:t>NEXALERT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249631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Reporte asignado: Empresa ABC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272491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Hace 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09067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3090672"/>
            <a:ext cx="45720" cy="685800"/>
          </a:xfrm>
          <a:prstGeom prst="rect">
            <a:avLst/>
          </a:prstGeom>
          <a:solidFill>
            <a:srgbClr val="2F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4232" y="31363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2FD07F"/>
                </a:solidFill>
              </a:rPr>
              <a:t>NEXALERT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31927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Nuevo reporte: TechCorp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354787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Hace 12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3913632"/>
            <a:ext cx="2011680" cy="6858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3913632"/>
            <a:ext cx="45720" cy="6858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4232" y="395935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B454"/>
                </a:solidFill>
              </a:rPr>
              <a:t>NEXALERT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414223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FFFFF"/>
                </a:solidFill>
              </a:rPr>
              <a:t>Estado cambiado: Resuelto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437083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8A94B0"/>
                </a:solidFill>
              </a:rPr>
              <a:t>Hace 1 hora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Modo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B0"/>
                </a:solidFill>
              </a:rPr>
              <a:t>Funcionalidad completa sin conexion a 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IndexedDB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Almacenamiento local del navegador para datos persistentes sin servidor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4475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Cola de Pendientes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Acciones en espera: cambio de estado, nota, foto, ubicacion, nuevo reporte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Auto-Sync cada 25s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Intento automatico de sincronizacion cada 25 segundos cuando hay conexion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6888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54203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Banner Sin Conexion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Indicador visual amber en la parte superior cuando no hay internet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3931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Cola de Fotos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Las fotos se comprimen y almacenan localmente para subir despues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566160"/>
            <a:ext cx="3657600" cy="9144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639312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B454"/>
                </a:solidFill>
              </a:rPr>
              <a:t>Reintentos Automaticos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319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0E4EF"/>
                </a:solidFill>
              </a:rPr>
              <a:t>Hasta 5 reintentos por cada operacion pendiente antes de marcar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1463040"/>
            <a:ext cx="2377440" cy="43891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85632" y="1627632"/>
            <a:ext cx="2231136" cy="4059936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52560" y="1499616"/>
            <a:ext cx="1097280" cy="91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1627632"/>
            <a:ext cx="2048256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FFFFF"/>
                </a:solidFill>
              </a:rPr>
              <a:t>9:41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5632" y="1856232"/>
            <a:ext cx="2231136" cy="228600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1856232"/>
            <a:ext cx="2231136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0B142B"/>
                </a:solidFill>
              </a:rPr>
              <a:t>Sin conexion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2130552"/>
            <a:ext cx="20482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Mis Reportes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2404872"/>
            <a:ext cx="2011680" cy="27432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2432304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B454"/>
                </a:solidFill>
              </a:rPr>
              <a:t>3 acciones pendientes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2770632"/>
            <a:ext cx="2011680" cy="292608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770632"/>
            <a:ext cx="45720" cy="29260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4232" y="2816352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Cambio de estado: #142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136392"/>
            <a:ext cx="2011680" cy="292608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5360" y="3136392"/>
            <a:ext cx="45720" cy="29260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3182112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Nueva nota: #139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3502152"/>
            <a:ext cx="2011680" cy="292608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95360" y="3502152"/>
            <a:ext cx="45720" cy="29260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3547872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E0E4EF"/>
                </a:solidFill>
              </a:rPr>
              <a:t>Foto pendiente: #135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005072"/>
            <a:ext cx="2011680" cy="45720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2FD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40233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>
                <a:solidFill>
                  <a:srgbClr val="2FD07F"/>
                </a:solidFill>
              </a:rPr>
              <a:t>Ultimo sync: hace 25s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06240"/>
            <a:ext cx="20116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00" b="0">
                <a:solidFill>
                  <a:srgbClr val="8A94B0"/>
                </a:solidFill>
              </a:rPr>
              <a:t>Reintentando...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4553712"/>
            <a:ext cx="2011680" cy="5486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95360" y="4553712"/>
            <a:ext cx="45720" cy="548640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14232" y="459943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Empresa 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14232" y="478231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E0E4EF"/>
                </a:solidFill>
              </a:rPr>
              <a:t>Servidor Dell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94392" y="4873752"/>
            <a:ext cx="502920" cy="13716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94392" y="4873752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FFFFFF"/>
                </a:solidFill>
              </a:rPr>
              <a:t>En Proceso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5193792"/>
            <a:ext cx="2011680" cy="548640"/>
          </a:xfrm>
          <a:prstGeom prst="roundRect">
            <a:avLst/>
          </a:prstGeom>
          <a:solidFill>
            <a:srgbClr val="141E38"/>
          </a:solidFill>
          <a:ln w="12700">
            <a:solidFill>
              <a:srgbClr val="1E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95360" y="5193792"/>
            <a:ext cx="45720" cy="548640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14232" y="523951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</a:rPr>
              <a:t>TechCorp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4232" y="5422392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" b="0">
                <a:solidFill>
                  <a:srgbClr val="E0E4EF"/>
                </a:solidFill>
              </a:rPr>
              <a:t>Impresora HP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94392" y="5513832"/>
            <a:ext cx="502920" cy="137160"/>
          </a:xfrm>
          <a:prstGeom prst="roundRect">
            <a:avLst/>
          </a:prstGeom>
          <a:solidFill>
            <a:srgbClr val="FF5C6C"/>
          </a:solidFill>
          <a:ln w="12700">
            <a:solidFill>
              <a:srgbClr val="FF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94392" y="5513832"/>
            <a:ext cx="5029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" b="0">
                <a:solidFill>
                  <a:srgbClr val="FFFFFF"/>
                </a:solidFill>
              </a:rPr>
              <a:t>Abierto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8A94B0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